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f489d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f489d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ff489d88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ff489d8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ff489d8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ff489d8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ff489d88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ff489d88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For Loops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Iterating Over Sequences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 loop is used to repeat a block of code for every item in a sequence (like a list or a string) or a specific range of numbers.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Concept:</a:t>
            </a:r>
            <a:r>
              <a:rPr lang="en" sz="1100">
                <a:solidFill>
                  <a:schemeClr val="dk1"/>
                </a:solidFill>
              </a:rPr>
              <a:t> Python "steps through" a collection one item at a time, assigning the current item to a variable.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Targets:</a:t>
            </a:r>
            <a:r>
              <a:rPr lang="en" sz="1100">
                <a:solidFill>
                  <a:schemeClr val="dk1"/>
                </a:solidFill>
              </a:rPr>
              <a:t> Lists, Strings, and Tuples.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item in sequence: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Indented code runs once for every "item."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1" name="Google Shape;61;p14" title="Screenshot 2026-04-17 1706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330625"/>
            <a:ext cx="74295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range()</a:t>
            </a:r>
            <a:r>
              <a:rPr lang="en" sz="2500"/>
              <a:t> Function</a:t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104600" cy="38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Generating Numbers:</a:t>
            </a:r>
            <a:r>
              <a:rPr lang="en" sz="1100">
                <a:solidFill>
                  <a:schemeClr val="dk1"/>
                </a:solidFill>
              </a:rPr>
              <a:t> Used when you want to repeat an action a specific number of times.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Parameters: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range(start, stop, step)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Start:</a:t>
            </a:r>
            <a:r>
              <a:rPr lang="en" sz="1100">
                <a:solidFill>
                  <a:schemeClr val="dk1"/>
                </a:solidFill>
              </a:rPr>
              <a:t> Beginning value (default is 0).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Stop:</a:t>
            </a:r>
            <a:r>
              <a:rPr lang="en" sz="1100">
                <a:solidFill>
                  <a:schemeClr val="dk1"/>
                </a:solidFill>
              </a:rPr>
              <a:t> The loop ends </a:t>
            </a:r>
            <a:r>
              <a:rPr b="1" lang="en" sz="1100">
                <a:solidFill>
                  <a:schemeClr val="dk1"/>
                </a:solidFill>
              </a:rPr>
              <a:t>before</a:t>
            </a:r>
            <a:r>
              <a:rPr lang="en" sz="1100">
                <a:solidFill>
                  <a:schemeClr val="dk1"/>
                </a:solidFill>
              </a:rPr>
              <a:t> reaching this number (exclusive).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Step:</a:t>
            </a:r>
            <a:r>
              <a:rPr lang="en" sz="1100">
                <a:solidFill>
                  <a:schemeClr val="dk1"/>
                </a:solidFill>
              </a:rPr>
              <a:t> How much to increment by (default is 1).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range(1, 5)</a:t>
            </a:r>
            <a:r>
              <a:rPr lang="en" sz="1100">
                <a:solidFill>
                  <a:schemeClr val="dk1"/>
                </a:solidFill>
              </a:rPr>
              <a:t> generates: 1, 2, 3, 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17 1708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750" y="1787800"/>
            <a:ext cx="43719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Control (Break and Continue)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Stops the loop entirely, even if the sequence isn't finished.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continue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Skips the rest of the current iteration and jumps to the next item in the sequence.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use them?</a:t>
            </a:r>
            <a:r>
              <a:rPr lang="en" sz="1100">
                <a:solidFill>
                  <a:schemeClr val="dk1"/>
                </a:solidFill>
              </a:rPr>
              <a:t> To handle unexpected data or stop once a specific goal is achieved.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Screenshot 2026-04-17 1710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575" y="2211075"/>
            <a:ext cx="6023524" cy="28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(Example)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Print only the even numbers between 1 and 10, but stop the loop if we hit the number 8.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Execution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Create Range: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range(1, 11)</a:t>
            </a:r>
            <a:r>
              <a:rPr lang="en" sz="1100">
                <a:solidFill>
                  <a:schemeClr val="dk1"/>
                </a:solidFill>
              </a:rPr>
              <a:t> to include numbers up to 10.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Filter (Comparison):</a:t>
            </a:r>
            <a:r>
              <a:rPr lang="en" sz="1100">
                <a:solidFill>
                  <a:schemeClr val="dk1"/>
                </a:solidFill>
              </a:rPr>
              <a:t> Inside the loop,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num % 2 == 0</a:t>
            </a:r>
            <a:r>
              <a:rPr lang="en" sz="1100">
                <a:solidFill>
                  <a:schemeClr val="dk1"/>
                </a:solidFill>
              </a:rPr>
              <a:t> to identify even numbers.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Interrupt (Break):</a:t>
            </a:r>
            <a:r>
              <a:rPr lang="en" sz="1100">
                <a:solidFill>
                  <a:schemeClr val="dk1"/>
                </a:solidFill>
              </a:rPr>
              <a:t> Add an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num == 8</a:t>
            </a:r>
            <a:r>
              <a:rPr lang="en" sz="1100">
                <a:solidFill>
                  <a:schemeClr val="dk1"/>
                </a:solidFill>
              </a:rPr>
              <a:t> check to trigger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Display:</a:t>
            </a:r>
            <a:r>
              <a:rPr lang="en" sz="1100">
                <a:solidFill>
                  <a:schemeClr val="dk1"/>
                </a:solidFill>
              </a:rPr>
              <a:t> Print the numbers that pass the filters.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 you think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 loop or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" sz="1100">
                <a:solidFill>
                  <a:schemeClr val="dk1"/>
                </a:solidFill>
              </a:rPr>
              <a:t> loop would be more efficient if you didn't know exactly how many times you needed to repeat the task?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