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32d683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32d683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32d683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32d683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32d683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32d683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32d683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32d683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32d683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32d683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Context Managers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Context Manager?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0470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A way to manage resources efficiently—specifically, ensuring that "setup" and "teardown" happen automatically.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Problem:</a:t>
            </a:r>
            <a:r>
              <a:rPr lang="en" sz="1100">
                <a:solidFill>
                  <a:schemeClr val="dk1"/>
                </a:solidFill>
              </a:rPr>
              <a:t> In programming, we often open things (files, database connections, network sockets) but forget to close them, leading to memory leaks or corrupted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Solution:</a:t>
            </a:r>
            <a:r>
              <a:rPr lang="en" sz="1100">
                <a:solidFill>
                  <a:schemeClr val="dk1"/>
                </a:solidFill>
              </a:rPr>
              <a:t>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statement guarantees that a resource is cleaned up the moment you are done with it, even if your code runs into an error.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628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875" y="1152475"/>
            <a:ext cx="4227425" cy="166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Why Not Just Use </a:t>
            </a:r>
            <a:r>
              <a:rPr lang="en" sz="2500">
                <a:solidFill>
                  <a:srgbClr val="188038"/>
                </a:solidFill>
              </a:rPr>
              <a:t>close()</a:t>
            </a:r>
            <a:r>
              <a:rPr lang="en" sz="2500"/>
              <a:t>?</a:t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054200" cy="3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Manual Risk:</a:t>
            </a:r>
            <a:r>
              <a:rPr lang="en" sz="1100">
                <a:solidFill>
                  <a:schemeClr val="dk1"/>
                </a:solidFill>
              </a:rPr>
              <a:t> If you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file.open()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file.close()</a:t>
            </a:r>
            <a:r>
              <a:rPr lang="en" sz="1100">
                <a:solidFill>
                  <a:schemeClr val="dk1"/>
                </a:solidFill>
              </a:rPr>
              <a:t>, and an error occurs </a:t>
            </a:r>
            <a:r>
              <a:rPr i="1" lang="en" sz="1100">
                <a:solidFill>
                  <a:schemeClr val="dk1"/>
                </a:solidFill>
              </a:rPr>
              <a:t>between</a:t>
            </a:r>
            <a:r>
              <a:rPr lang="en" sz="1100">
                <a:solidFill>
                  <a:schemeClr val="dk1"/>
                </a:solidFill>
              </a:rPr>
              <a:t> those lines, the file stays open indefinitely.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"Safety Net":</a:t>
            </a:r>
            <a:r>
              <a:rPr lang="en" sz="1100">
                <a:solidFill>
                  <a:schemeClr val="dk1"/>
                </a:solidFill>
              </a:rPr>
              <a:t>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statement acts like a structured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try...finally</a:t>
            </a:r>
            <a:r>
              <a:rPr lang="en" sz="1100">
                <a:solidFill>
                  <a:schemeClr val="dk1"/>
                </a:solidFill>
              </a:rPr>
              <a:t> block.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Readable Code:</a:t>
            </a:r>
            <a:r>
              <a:rPr lang="en" sz="1100">
                <a:solidFill>
                  <a:schemeClr val="dk1"/>
                </a:solidFill>
              </a:rPr>
              <a:t> It reduces boilerplate code, making your scripts look cleaner and more professional.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1632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950" y="1611339"/>
            <a:ext cx="4292350" cy="192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 (Behind the Scenes)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Protocol:</a:t>
            </a:r>
            <a:r>
              <a:rPr lang="en" sz="1100">
                <a:solidFill>
                  <a:schemeClr val="dk1"/>
                </a:solidFill>
              </a:rPr>
              <a:t> For an object to work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, it must have two special "magic methods":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__enter__</a:t>
            </a:r>
            <a:r>
              <a:rPr lang="en" sz="1100">
                <a:solidFill>
                  <a:schemeClr val="dk1"/>
                </a:solidFill>
              </a:rPr>
              <a:t>: Runs when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block starts (Setup).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__exit__</a:t>
            </a:r>
            <a:r>
              <a:rPr lang="en" sz="1100">
                <a:solidFill>
                  <a:schemeClr val="dk1"/>
                </a:solidFill>
              </a:rPr>
              <a:t>: Runs when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block finishes (Teardown/Cleanup).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Scope:</a:t>
            </a:r>
            <a:r>
              <a:rPr lang="en" sz="1100">
                <a:solidFill>
                  <a:schemeClr val="dk1"/>
                </a:solidFill>
              </a:rPr>
              <a:t> Any variable defined inside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block is still accessible after the block ends, but the </a:t>
            </a:r>
            <a:r>
              <a:rPr i="1" lang="en" sz="1100">
                <a:solidFill>
                  <a:schemeClr val="dk1"/>
                </a:solidFill>
              </a:rPr>
              <a:t>resource</a:t>
            </a:r>
            <a:r>
              <a:rPr lang="en" sz="1100">
                <a:solidFill>
                  <a:schemeClr val="dk1"/>
                </a:solidFill>
              </a:rPr>
              <a:t> (the file itself) is closed and inaccessible for further reading/writing.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Applications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File Handling:</a:t>
            </a:r>
            <a:r>
              <a:rPr lang="en" sz="1100">
                <a:solidFill>
                  <a:schemeClr val="dk1"/>
                </a:solidFill>
              </a:rPr>
              <a:t> The most common use case (reading/writing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.txt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.csv</a:t>
            </a:r>
            <a:r>
              <a:rPr lang="en" sz="1100">
                <a:solidFill>
                  <a:schemeClr val="dk1"/>
                </a:solidFill>
              </a:rPr>
              <a:t>, etc.).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Database Connections:</a:t>
            </a:r>
            <a:r>
              <a:rPr lang="en" sz="1100">
                <a:solidFill>
                  <a:schemeClr val="dk1"/>
                </a:solidFill>
              </a:rPr>
              <a:t> Opening a connection to a database and ensuring it disconnects properly.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Thread Locks:</a:t>
            </a:r>
            <a:r>
              <a:rPr lang="en" sz="1100">
                <a:solidFill>
                  <a:schemeClr val="dk1"/>
                </a:solidFill>
              </a:rPr>
              <a:t> Preventing multiple parts of a program from changing the same data at once.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Temporary Settings:</a:t>
            </a:r>
            <a:r>
              <a:rPr lang="en" sz="1100">
                <a:solidFill>
                  <a:schemeClr val="dk1"/>
                </a:solidFill>
              </a:rPr>
              <a:t> Changing a decimal precision or environment variable for just one specific task.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Safely write multiple lines to a log file and prove that the file is closed automatically.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Steps to Complete the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Invoke the Manager:</a:t>
            </a:r>
            <a:r>
              <a:rPr lang="en" sz="1100">
                <a:solidFill>
                  <a:schemeClr val="dk1"/>
                </a:solidFill>
              </a:rPr>
              <a:t> Start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 open(...)</a:t>
            </a:r>
            <a:r>
              <a:rPr lang="en" sz="1100">
                <a:solidFill>
                  <a:schemeClr val="dk1"/>
                </a:solidFill>
              </a:rPr>
              <a:t>.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1100">
                <a:solidFill>
                  <a:schemeClr val="dk1"/>
                </a:solidFill>
              </a:rPr>
              <a:t> keyword to give the file a name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log_file</a:t>
            </a:r>
            <a:r>
              <a:rPr lang="en" sz="1100">
                <a:solidFill>
                  <a:schemeClr val="dk1"/>
                </a:solidFill>
              </a:rPr>
              <a:t>) you can use inside the block.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Indent for Safety:</a:t>
            </a:r>
            <a:r>
              <a:rPr lang="en" sz="1100">
                <a:solidFill>
                  <a:schemeClr val="dk1"/>
                </a:solidFill>
              </a:rPr>
              <a:t> All code that needs the file must be </a:t>
            </a:r>
            <a:r>
              <a:rPr b="1" lang="en" sz="1100">
                <a:solidFill>
                  <a:schemeClr val="dk1"/>
                </a:solidFill>
              </a:rPr>
              <a:t>indented</a:t>
            </a:r>
            <a:r>
              <a:rPr lang="en" sz="1100">
                <a:solidFill>
                  <a:schemeClr val="dk1"/>
                </a:solidFill>
              </a:rPr>
              <a:t>. This is the "protected" area where the resource is active.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Execute the Logic:</a:t>
            </a:r>
            <a:r>
              <a:rPr lang="en" sz="1100">
                <a:solidFill>
                  <a:schemeClr val="dk1"/>
                </a:solidFill>
              </a:rPr>
              <a:t> Write your data or perform your calculations. You don't need to worry about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log_file.close()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Exit the Context:</a:t>
            </a:r>
            <a:r>
              <a:rPr lang="en" sz="1100">
                <a:solidFill>
                  <a:schemeClr val="dk1"/>
                </a:solidFill>
              </a:rPr>
              <a:t> Simply un-indent your next line of code. Python will immediately trigger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__exit__</a:t>
            </a:r>
            <a:r>
              <a:rPr lang="en" sz="1100">
                <a:solidFill>
                  <a:schemeClr val="dk1"/>
                </a:solidFill>
              </a:rPr>
              <a:t> method.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Test the State:</a:t>
            </a:r>
            <a:r>
              <a:rPr lang="en" sz="1100">
                <a:solidFill>
                  <a:schemeClr val="dk1"/>
                </a:solidFill>
              </a:rPr>
              <a:t>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.closed</a:t>
            </a:r>
            <a:r>
              <a:rPr lang="en" sz="1100">
                <a:solidFill>
                  <a:schemeClr val="dk1"/>
                </a:solidFill>
              </a:rPr>
              <a:t> attribute to verify that Python did the "teardown" for you. This confirms your code is resource-efficient and crash-proof.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