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71a6575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71a6575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1a65759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1a65759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1a6575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1a6575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1a65759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1a65759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71a65759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71a65759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71a65759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71a65759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71a65759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71a65759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71a65759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71a65759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Naming Conventions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Clean &amp; Flexible Code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Goal:</a:t>
            </a:r>
            <a:r>
              <a:rPr lang="en" sz="1100">
                <a:solidFill>
                  <a:schemeClr val="dk1"/>
                </a:solidFill>
              </a:rPr>
              <a:t> Writing code that isn't just functional, but readable and adaptable.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Two Pillars: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Naming Conventions:</a:t>
            </a:r>
            <a:r>
              <a:rPr lang="en" sz="1100">
                <a:solidFill>
                  <a:schemeClr val="dk1"/>
                </a:solidFill>
              </a:rPr>
              <a:t> How we talk to other humans (and our future selves).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Dynamic Typing:</a:t>
            </a:r>
            <a:r>
              <a:rPr lang="en" sz="1100">
                <a:solidFill>
                  <a:schemeClr val="dk1"/>
                </a:solidFill>
              </a:rPr>
              <a:t> How Python manages data behind the scenes.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Naming Variables with Snake Case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4306500" cy="3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Standard:</a:t>
            </a:r>
            <a:r>
              <a:rPr lang="en" sz="1100">
                <a:solidFill>
                  <a:schemeClr val="dk1"/>
                </a:solidFill>
              </a:rPr>
              <a:t> Python uses </a:t>
            </a:r>
            <a:r>
              <a:rPr b="1" lang="en" sz="1100">
                <a:solidFill>
                  <a:schemeClr val="dk1"/>
                </a:solidFill>
              </a:rPr>
              <a:t>snake_case</a:t>
            </a:r>
            <a:r>
              <a:rPr lang="en" sz="1100">
                <a:solidFill>
                  <a:schemeClr val="dk1"/>
                </a:solidFill>
              </a:rPr>
              <a:t> for variable and function names (defined in PEP 8).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Rule:</a:t>
            </a:r>
            <a:r>
              <a:rPr lang="en" sz="1100">
                <a:solidFill>
                  <a:schemeClr val="dk1"/>
                </a:solidFill>
              </a:rPr>
              <a:t> All letters are lowercase, and words are separated by underscores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"Snake" Case?</a:t>
            </a:r>
            <a:r>
              <a:rPr lang="en" sz="1100">
                <a:solidFill>
                  <a:schemeClr val="dk1"/>
                </a:solidFill>
              </a:rPr>
              <a:t> The underscores look like a belly-crawling snake connecting the words.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Examples: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 title="Screenshot 2026-04-17 1209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25" y="3129800"/>
            <a:ext cx="8191575" cy="148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Conventions Matter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260300" cy="3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Readability: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totalpricecalculator</a:t>
            </a:r>
            <a:r>
              <a:rPr lang="en" sz="1100">
                <a:solidFill>
                  <a:schemeClr val="dk1"/>
                </a:solidFill>
              </a:rPr>
              <a:t> is harder to read than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total_price_calculator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Consistency:</a:t>
            </a:r>
            <a:r>
              <a:rPr lang="en" sz="1100">
                <a:solidFill>
                  <a:schemeClr val="dk1"/>
                </a:solidFill>
              </a:rPr>
              <a:t> When everyone follows the same rules, jumping into a new project is easier.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to Avoid: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CamelCase: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userAge</a:t>
            </a:r>
            <a:r>
              <a:rPr lang="en" sz="1100">
                <a:solidFill>
                  <a:schemeClr val="dk1"/>
                </a:solidFill>
              </a:rPr>
              <a:t> (Common in Java/JavaScript).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PascalCase: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UserAge</a:t>
            </a:r>
            <a:r>
              <a:rPr lang="en" sz="1100">
                <a:solidFill>
                  <a:schemeClr val="dk1"/>
                </a:solidFill>
              </a:rPr>
              <a:t> (Used for Classes in Python, not variables).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Kebab-Case: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user-age</a:t>
            </a:r>
            <a:r>
              <a:rPr lang="en" sz="1100">
                <a:solidFill>
                  <a:schemeClr val="dk1"/>
                </a:solidFill>
              </a:rPr>
              <a:t> (Used in CSS; results in an error in Python).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6-04-17 1211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124" y="1152474"/>
            <a:ext cx="4422750" cy="120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Screenshot 2026-04-17 1211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2609400"/>
            <a:ext cx="4393875" cy="1046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Dynamic Typing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4299300" cy="40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Static vs. Dynamic: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Static (C++/Java):</a:t>
            </a:r>
            <a:r>
              <a:rPr lang="en" sz="1100">
                <a:solidFill>
                  <a:schemeClr val="dk1"/>
                </a:solidFill>
              </a:rPr>
              <a:t> You must declare the type upfront. "This box </a:t>
            </a:r>
            <a:r>
              <a:rPr i="1" lang="en" sz="1100">
                <a:solidFill>
                  <a:schemeClr val="dk1"/>
                </a:solidFill>
              </a:rPr>
              <a:t>only</a:t>
            </a:r>
            <a:r>
              <a:rPr lang="en" sz="1100">
                <a:solidFill>
                  <a:schemeClr val="dk1"/>
                </a:solidFill>
              </a:rPr>
              <a:t> holds integers."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Dynamic (Python):</a:t>
            </a:r>
            <a:r>
              <a:rPr lang="en" sz="1100">
                <a:solidFill>
                  <a:schemeClr val="dk1"/>
                </a:solidFill>
              </a:rPr>
              <a:t> The type is determined at runtime based on the value assigned. "This box holds whatever you put in it."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Mechanism:</a:t>
            </a:r>
            <a:r>
              <a:rPr lang="en" sz="1100">
                <a:solidFill>
                  <a:schemeClr val="dk1"/>
                </a:solidFill>
              </a:rPr>
              <a:t> Variables in Python are like </a:t>
            </a:r>
            <a:r>
              <a:rPr b="1" lang="en" sz="1100">
                <a:solidFill>
                  <a:schemeClr val="dk1"/>
                </a:solidFill>
              </a:rPr>
              <a:t>labels</a:t>
            </a:r>
            <a:r>
              <a:rPr lang="en" sz="1100">
                <a:solidFill>
                  <a:schemeClr val="dk1"/>
                </a:solidFill>
              </a:rPr>
              <a:t> pointing to objects in memory, rather than fixed containers.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 title="Screenshot 2026-04-17 1220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2698" y="1017725"/>
            <a:ext cx="4071675" cy="22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6-04-17 1216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2700" y="3518450"/>
            <a:ext cx="4071675" cy="132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"Type Swapping" Feature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4436400" cy="33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Flexibility in Action:</a:t>
            </a:r>
            <a:r>
              <a:rPr lang="en" sz="1100">
                <a:solidFill>
                  <a:schemeClr val="dk1"/>
                </a:solidFill>
              </a:rPr>
              <a:t> You can reassign a variable to a completely different data type without errors.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Benefit:</a:t>
            </a:r>
            <a:r>
              <a:rPr lang="en" sz="1100">
                <a:solidFill>
                  <a:schemeClr val="dk1"/>
                </a:solidFill>
              </a:rPr>
              <a:t> Fast prototyping and less "boilerplate" code.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0" name="Google Shape;90;p18" title="Screenshot 2026-04-17 1204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225" y="2233450"/>
            <a:ext cx="6961750" cy="14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"With Great Power..." Warning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12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Risk of Dynamic Typing:</a:t>
            </a:r>
            <a:r>
              <a:rPr lang="en" sz="1100">
                <a:solidFill>
                  <a:schemeClr val="dk1"/>
                </a:solidFill>
              </a:rPr>
              <a:t> Since Python doesn't stop you from changing types, you can accidentally break your logic.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Best Practice:</a:t>
            </a:r>
            <a:r>
              <a:rPr lang="en" sz="1100">
                <a:solidFill>
                  <a:schemeClr val="dk1"/>
                </a:solidFill>
              </a:rPr>
              <a:t> Avoid reusing the same variable name for different types of data within the same script.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 of a Bug: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97" name="Google Shape;97;p19" title="Screenshot 2026-04-17 1206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25" y="2196725"/>
            <a:ext cx="697230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Screenshot 2026-04-17 1206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25" y="3596900"/>
            <a:ext cx="7885326" cy="13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Best Practices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47682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Snake Case:</a:t>
            </a:r>
            <a:r>
              <a:rPr lang="en" sz="1100">
                <a:solidFill>
                  <a:schemeClr val="dk1"/>
                </a:solidFill>
              </a:rPr>
              <a:t> Keep it lowercase and underscored for variables.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Be Descriptive: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u_a</a:t>
            </a:r>
            <a:r>
              <a:rPr lang="en" sz="1100">
                <a:solidFill>
                  <a:schemeClr val="dk1"/>
                </a:solidFill>
              </a:rPr>
              <a:t> is bad;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user_age</a:t>
            </a:r>
            <a:r>
              <a:rPr lang="en" sz="1100">
                <a:solidFill>
                  <a:schemeClr val="dk1"/>
                </a:solidFill>
              </a:rPr>
              <a:t> is good.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Be Mindful of Types:</a:t>
            </a:r>
            <a:r>
              <a:rPr lang="en" sz="1100">
                <a:solidFill>
                  <a:schemeClr val="dk1"/>
                </a:solidFill>
              </a:rPr>
              <a:t> Just because you </a:t>
            </a:r>
            <a:r>
              <a:rPr i="1" lang="en" sz="1100">
                <a:solidFill>
                  <a:schemeClr val="dk1"/>
                </a:solidFill>
              </a:rPr>
              <a:t>can</a:t>
            </a:r>
            <a:r>
              <a:rPr lang="en" sz="1100">
                <a:solidFill>
                  <a:schemeClr val="dk1"/>
                </a:solidFill>
              </a:rPr>
              <a:t> change a variable's type doesn't mean you </a:t>
            </a:r>
            <a:r>
              <a:rPr i="1" lang="en" sz="1100">
                <a:solidFill>
                  <a:schemeClr val="dk1"/>
                </a:solidFill>
              </a:rPr>
              <a:t>should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type()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If you're ever unsure what type a variable is currently "holding," check it!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 2026-04-17 1222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425" y="1672925"/>
            <a:ext cx="3768150" cy="17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Check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</a:rPr>
              <a:t>Which of these follow Python's naming conventions?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PlayerScore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player_score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playerScore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playerscore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</a:rPr>
              <a:t>Is Python Statically or Dynamically typed?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