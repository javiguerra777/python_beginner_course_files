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80a3a2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80a3a2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80a3a2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80a3a2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80a3a2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780a3a2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80a3a2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780a3a2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80a3a2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80a3a2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80a3a28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780a3a28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80a3a28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80a3a2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80a3a28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80a3a2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780a3a28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780a3a28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3rd party Python libraries with pip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Look Beyond the Standard Library?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"Batteries Included" Philosophy:</a:t>
            </a:r>
            <a:r>
              <a:rPr lang="en" sz="1100">
                <a:solidFill>
                  <a:schemeClr val="dk1"/>
                </a:solidFill>
              </a:rPr>
              <a:t> Python comes with great built-in tools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Reality of Modern Dev:</a:t>
            </a:r>
            <a:r>
              <a:rPr lang="en" sz="1100">
                <a:solidFill>
                  <a:schemeClr val="dk1"/>
                </a:solidFill>
              </a:rPr>
              <a:t> You shouldn't reinvent the wheel.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Community Power:</a:t>
            </a:r>
            <a:r>
              <a:rPr lang="en" sz="1100">
                <a:solidFill>
                  <a:schemeClr val="dk1"/>
                </a:solidFill>
              </a:rPr>
              <a:t> Access to over 400,000+ projects on the </a:t>
            </a:r>
            <a:r>
              <a:rPr b="1" lang="en" sz="1100">
                <a:solidFill>
                  <a:schemeClr val="dk1"/>
                </a:solidFill>
              </a:rPr>
              <a:t>Python Package Index (PyPI)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Benefits: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Speed up development.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Access specialized tools (AI, Web, Data Science).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Benefit from battle-tested code.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Package?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r>
              <a:rPr lang="en" sz="1100">
                <a:solidFill>
                  <a:schemeClr val="dk1"/>
                </a:solidFill>
              </a:rPr>
              <a:t> A collection of Python modules bundled together.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Library vs. Framework: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Library:</a:t>
            </a:r>
            <a:r>
              <a:rPr lang="en" sz="1100">
                <a:solidFill>
                  <a:schemeClr val="dk1"/>
                </a:solidFill>
              </a:rPr>
              <a:t> A collection of tools you call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Framework:</a:t>
            </a:r>
            <a:r>
              <a:rPr lang="en" sz="1100">
                <a:solidFill>
                  <a:schemeClr val="dk1"/>
                </a:solidFill>
              </a:rPr>
              <a:t> A structure that calls your code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Django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Pandas:</a:t>
            </a:r>
            <a:r>
              <a:rPr lang="en" sz="1100">
                <a:solidFill>
                  <a:schemeClr val="dk1"/>
                </a:solidFill>
              </a:rPr>
              <a:t> Data manipulation.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Flask:</a:t>
            </a:r>
            <a:r>
              <a:rPr lang="en" sz="1100">
                <a:solidFill>
                  <a:schemeClr val="dk1"/>
                </a:solidFill>
              </a:rPr>
              <a:t> Web development.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Pytest:</a:t>
            </a:r>
            <a:r>
              <a:rPr lang="en" sz="1100">
                <a:solidFill>
                  <a:schemeClr val="dk1"/>
                </a:solidFill>
              </a:rPr>
              <a:t> Testing.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Meet </a:t>
            </a:r>
            <a:r>
              <a:rPr lang="en" sz="2500">
                <a:solidFill>
                  <a:srgbClr val="188038"/>
                </a:solidFill>
              </a:rPr>
              <a:t>pip</a:t>
            </a:r>
            <a:r>
              <a:rPr lang="en" sz="2500"/>
              <a:t>: The Python Package Manager</a:t>
            </a:r>
            <a:endParaRPr sz="250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it?</a:t>
            </a:r>
            <a:r>
              <a:rPr lang="en" sz="1100">
                <a:solidFill>
                  <a:schemeClr val="dk1"/>
                </a:solidFill>
              </a:rPr>
              <a:t> The standard tool for installing and managing additional libraries.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Recursive Acronym:</a:t>
            </a:r>
            <a:r>
              <a:rPr lang="en" sz="1100">
                <a:solidFill>
                  <a:schemeClr val="dk1"/>
                </a:solidFill>
              </a:rPr>
              <a:t> "Pip Installs Packages."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</a:t>
            </a:r>
            <a:r>
              <a:rPr lang="en" sz="1100">
                <a:solidFill>
                  <a:schemeClr val="dk1"/>
                </a:solidFill>
              </a:rPr>
              <a:t> connects to </a:t>
            </a:r>
            <a:r>
              <a:rPr b="1" lang="en" sz="1100">
                <a:solidFill>
                  <a:schemeClr val="dk1"/>
                </a:solidFill>
              </a:rPr>
              <a:t>PyPI</a:t>
            </a:r>
            <a:r>
              <a:rPr lang="en" sz="1100">
                <a:solidFill>
                  <a:schemeClr val="dk1"/>
                </a:solidFill>
              </a:rPr>
              <a:t>, downloads the code, and handles dependencies.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Screenshot 2026-04-20 1928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5" y="2301925"/>
            <a:ext cx="3919075" cy="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Essential </a:t>
            </a:r>
            <a:r>
              <a:rPr lang="en" sz="2500">
                <a:solidFill>
                  <a:srgbClr val="188038"/>
                </a:solidFill>
              </a:rPr>
              <a:t>pip</a:t>
            </a:r>
            <a:r>
              <a:rPr lang="en" sz="2500"/>
              <a:t> Commands</a:t>
            </a:r>
            <a:endParaRPr sz="25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469800" cy="3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Installing: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requests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Upgrading: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--upgrade requests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Uninstalling: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uninstall requests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Listing Installed Packages: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Checking Details: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show requests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Screenshot 2026-04-20 1928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650" y="1017725"/>
            <a:ext cx="1861342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Screenshot 2026-04-20 1929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375" y="1017725"/>
            <a:ext cx="2667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2026-04-20 1929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2650" y="1480250"/>
            <a:ext cx="20574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4-20 1930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2638" y="1904675"/>
            <a:ext cx="2705775" cy="14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 2026-04-20 19311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42650" y="3430297"/>
            <a:ext cx="3105349" cy="13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Managing Dependencies with </a:t>
            </a:r>
            <a:r>
              <a:rPr lang="en" sz="2500">
                <a:solidFill>
                  <a:srgbClr val="188038"/>
                </a:solidFill>
              </a:rPr>
              <a:t>requirements.txt</a:t>
            </a:r>
            <a:endParaRPr sz="25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How do you share your project's needs with others?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A simple text file listing all required packages and their versions.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Commands: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Generate: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freeze &gt; requirements.txt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Install from file: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-r requirements.txt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Best Practice:</a:t>
            </a:r>
            <a:r>
              <a:rPr lang="en" sz="1100">
                <a:solidFill>
                  <a:schemeClr val="dk1"/>
                </a:solidFill>
              </a:rPr>
              <a:t> Always include this file in your Git repositories.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4-20 1933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75" y="3069275"/>
            <a:ext cx="6510375" cy="37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4-20 1933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75" y="3653625"/>
            <a:ext cx="7531975" cy="2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Environments (The "Why")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Conflict:</a:t>
            </a:r>
            <a:r>
              <a:rPr lang="en" sz="1100">
                <a:solidFill>
                  <a:schemeClr val="dk1"/>
                </a:solidFill>
              </a:rPr>
              <a:t> Project A needs Version 1.0 of a library; Project B needs Version 2.0.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Risk:</a:t>
            </a:r>
            <a:r>
              <a:rPr lang="en" sz="1100">
                <a:solidFill>
                  <a:schemeClr val="dk1"/>
                </a:solidFill>
              </a:rPr>
              <a:t> Installing everything "globally" leads to "Dependency Hell."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Fix: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Virtual Environments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venv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Isolated "sandboxes" for each project.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Keeps the global Python installation clean.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Working with </a:t>
            </a:r>
            <a:r>
              <a:rPr lang="en" sz="2500">
                <a:solidFill>
                  <a:srgbClr val="188038"/>
                </a:solidFill>
              </a:rPr>
              <a:t>venv</a:t>
            </a:r>
            <a:endParaRPr sz="25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61300"/>
            <a:ext cx="3332700" cy="3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Creation: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python -m venv .venv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Activation: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Windows: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.venv\Scripts\activate</a:t>
            </a:r>
            <a:endParaRPr sz="1100">
              <a:solidFill>
                <a:srgbClr val="188038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Mac/Linux: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source .venv/bin/activate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Deactivation:</a:t>
            </a:r>
            <a:r>
              <a:rPr lang="en" sz="1100">
                <a:solidFill>
                  <a:schemeClr val="dk1"/>
                </a:solidFill>
              </a:rPr>
              <a:t> Simply type </a:t>
            </a:r>
            <a:r>
              <a:rPr lang="en" sz="1100">
                <a:solidFill>
                  <a:srgbClr val="188038"/>
                </a:solidFill>
              </a:rPr>
              <a:t>deactivate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Workflow:</a:t>
            </a:r>
            <a:r>
              <a:rPr lang="en" sz="1100">
                <a:solidFill>
                  <a:schemeClr val="dk1"/>
                </a:solidFill>
              </a:rPr>
              <a:t> Create venv -&gt; Activate -&gt; pip Install.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4-20 1935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175" y="1901763"/>
            <a:ext cx="2690675" cy="4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Screenshot 2026-04-20 193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175" y="2519650"/>
            <a:ext cx="915075" cy="4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creenshot 2026-04-20 1936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0175" y="3137525"/>
            <a:ext cx="1647300" cy="3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Screenshot 2026-04-20 1938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0175" y="1225762"/>
            <a:ext cx="2690675" cy="533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&amp; Best Practices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Check the Source:</a:t>
            </a:r>
            <a:r>
              <a:rPr lang="en" sz="1100">
                <a:solidFill>
                  <a:schemeClr val="dk1"/>
                </a:solidFill>
              </a:rPr>
              <a:t> Only install packages you trust.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Check Maintenance:</a:t>
            </a:r>
            <a:r>
              <a:rPr lang="en" sz="1100">
                <a:solidFill>
                  <a:schemeClr val="dk1"/>
                </a:solidFill>
              </a:rPr>
              <a:t> Is the package updated recently? (Look at GitHub/PyPI).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Version Pinning:</a:t>
            </a:r>
            <a:r>
              <a:rPr lang="en" sz="1100">
                <a:solidFill>
                  <a:schemeClr val="dk1"/>
                </a:solidFill>
              </a:rPr>
              <a:t>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requirements.txt</a:t>
            </a:r>
            <a:r>
              <a:rPr lang="en" sz="1100">
                <a:solidFill>
                  <a:schemeClr val="dk1"/>
                </a:solidFill>
              </a:rPr>
              <a:t>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requests==2.28.1</a:t>
            </a:r>
            <a:r>
              <a:rPr lang="en" sz="1100">
                <a:solidFill>
                  <a:schemeClr val="dk1"/>
                </a:solidFill>
              </a:rPr>
              <a:t> to prevent breaking changes.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Read the Docs:</a:t>
            </a:r>
            <a:r>
              <a:rPr lang="en" sz="1100">
                <a:solidFill>
                  <a:schemeClr val="dk1"/>
                </a:solidFill>
              </a:rPr>
              <a:t> Most popular packages have extensive documentation on </a:t>
            </a:r>
            <a:r>
              <a:rPr i="1" lang="en" sz="1100">
                <a:solidFill>
                  <a:schemeClr val="dk1"/>
                </a:solidFill>
              </a:rPr>
              <a:t>ReadTheDocs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Resources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Recap: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</a:t>
            </a:r>
            <a:r>
              <a:rPr lang="en" sz="1100">
                <a:solidFill>
                  <a:schemeClr val="dk1"/>
                </a:solidFill>
              </a:rPr>
              <a:t> is your gateway to the Python ecosystem.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PyPI is the warehouse.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Virtual environments are non-negotiable for professional 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Resources: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PyPI.org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Official Pip Documentation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"Awesome Python" (curated list of top-tier packages)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