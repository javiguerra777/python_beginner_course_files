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f52e4e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f52e4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ff52e4ef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ff52e4e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ff52e4e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ff52e4e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f52e4ef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ff52e4ef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Loop Control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break</a:t>
            </a:r>
            <a:r>
              <a:rPr lang="en" sz="2500"/>
              <a:t> Statement</a:t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Loop control statements change the execution flow from its normal sequence. They allow you to exit a loop early, skip certain parts, or handle empty code blocks gracefully.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"Emergency Exit":</a:t>
            </a:r>
            <a:r>
              <a:rPr lang="en" sz="1100">
                <a:solidFill>
                  <a:schemeClr val="dk1"/>
                </a:solidFill>
              </a:rPr>
              <a:t> Immediately terminates the loop, regardless of the condition or sequence.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Flow:</a:t>
            </a:r>
            <a:r>
              <a:rPr lang="en" sz="1100">
                <a:solidFill>
                  <a:schemeClr val="dk1"/>
                </a:solidFill>
              </a:rPr>
              <a:t> Execution jumps to the very first line of code </a:t>
            </a:r>
            <a:r>
              <a:rPr i="1" lang="en" sz="1100">
                <a:solidFill>
                  <a:schemeClr val="dk1"/>
                </a:solidFill>
              </a:rPr>
              <a:t>after</a:t>
            </a:r>
            <a:r>
              <a:rPr lang="en" sz="1100">
                <a:solidFill>
                  <a:schemeClr val="dk1"/>
                </a:solidFill>
              </a:rPr>
              <a:t> the loop block.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Use:</a:t>
            </a:r>
            <a:r>
              <a:rPr lang="en" sz="1100">
                <a:solidFill>
                  <a:schemeClr val="dk1"/>
                </a:solidFill>
              </a:rPr>
              <a:t> Stopping a search once an item is found or exiting an infinite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 True</a:t>
            </a:r>
            <a:r>
              <a:rPr lang="en" sz="1100">
                <a:solidFill>
                  <a:schemeClr val="dk1"/>
                </a:solidFill>
              </a:rPr>
              <a:t> loop.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17 1738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50" y="2744338"/>
            <a:ext cx="278130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Screenshot 2026-04-17 1737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5628" y="2744350"/>
            <a:ext cx="5051825" cy="16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continue</a:t>
            </a:r>
            <a:r>
              <a:rPr lang="en" sz="2500"/>
              <a:t> Statement</a:t>
            </a:r>
            <a:endParaRPr sz="25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"Skip" Button:</a:t>
            </a:r>
            <a:r>
              <a:rPr lang="en" sz="1100">
                <a:solidFill>
                  <a:schemeClr val="dk1"/>
                </a:solidFill>
              </a:rPr>
              <a:t> Stops the current iteration and jumps immediately to the top of the loop for the next cycle.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Flow:</a:t>
            </a:r>
            <a:r>
              <a:rPr lang="en" sz="1100">
                <a:solidFill>
                  <a:schemeClr val="dk1"/>
                </a:solidFill>
              </a:rPr>
              <a:t> It skips the remaining code inside the loop for the </a:t>
            </a:r>
            <a:r>
              <a:rPr i="1" lang="en" sz="1100">
                <a:solidFill>
                  <a:schemeClr val="dk1"/>
                </a:solidFill>
              </a:rPr>
              <a:t>current</a:t>
            </a:r>
            <a:r>
              <a:rPr lang="en" sz="1100">
                <a:solidFill>
                  <a:schemeClr val="dk1"/>
                </a:solidFill>
              </a:rPr>
              <a:t> item only.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Use:</a:t>
            </a:r>
            <a:r>
              <a:rPr lang="en" sz="1100">
                <a:solidFill>
                  <a:schemeClr val="dk1"/>
                </a:solidFill>
              </a:rPr>
              <a:t> Filtering out unwanted data (e.g., skipping negative numbers in a calculation).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6-04-17 1739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75" y="2250825"/>
            <a:ext cx="4870400" cy="16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pass</a:t>
            </a:r>
            <a:r>
              <a:rPr lang="en" sz="2500"/>
              <a:t> Statement</a:t>
            </a:r>
            <a:endParaRPr sz="25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"Placeholder":</a:t>
            </a:r>
            <a:r>
              <a:rPr lang="en" sz="1100">
                <a:solidFill>
                  <a:schemeClr val="dk1"/>
                </a:solidFill>
              </a:rPr>
              <a:t> Does absolutely nothing. It is a null operation.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use it?</a:t>
            </a:r>
            <a:r>
              <a:rPr lang="en" sz="1100">
                <a:solidFill>
                  <a:schemeClr val="dk1"/>
                </a:solidFill>
              </a:rPr>
              <a:t> Python syntax requires an indented block after statements 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. If you aren't ready to write the code yet,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r>
              <a:rPr lang="en" sz="1100">
                <a:solidFill>
                  <a:schemeClr val="dk1"/>
                </a:solidFill>
              </a:rPr>
              <a:t> prevents a syntax error.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Common Use:</a:t>
            </a:r>
            <a:r>
              <a:rPr lang="en" sz="1100">
                <a:solidFill>
                  <a:schemeClr val="dk1"/>
                </a:solidFill>
              </a:rPr>
              <a:t> Creating minimal classes or functions, or "todo" markers in your logic.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6-04-17 1737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92400"/>
            <a:ext cx="6665575" cy="10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Process a list of numbers: print the squares of positive numbers, skip zeros, and stop if a negative number is found.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Iterate:</a:t>
            </a:r>
            <a:r>
              <a:rPr lang="en" sz="1100">
                <a:solidFill>
                  <a:schemeClr val="dk1"/>
                </a:solidFill>
              </a:rPr>
              <a:t> Use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 to go through a list 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[2, 0, 4, -1, 5]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Handle Zeros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If the number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" sz="1100">
                <a:solidFill>
                  <a:schemeClr val="dk1"/>
                </a:solidFill>
              </a:rPr>
              <a:t>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continue</a:t>
            </a:r>
            <a:r>
              <a:rPr lang="en" sz="1100">
                <a:solidFill>
                  <a:schemeClr val="dk1"/>
                </a:solidFill>
              </a:rPr>
              <a:t> to skip to the next number.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Handle Negatives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If the number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 0</a:t>
            </a:r>
            <a:r>
              <a:rPr lang="en" sz="1100">
                <a:solidFill>
                  <a:schemeClr val="dk1"/>
                </a:solidFill>
              </a:rPr>
              <a:t>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en" sz="1100">
                <a:solidFill>
                  <a:schemeClr val="dk1"/>
                </a:solidFill>
              </a:rPr>
              <a:t> to stop the entire process.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Handle Positives:</a:t>
            </a:r>
            <a:r>
              <a:rPr lang="en" sz="1100">
                <a:solidFill>
                  <a:schemeClr val="dk1"/>
                </a:solidFill>
              </a:rPr>
              <a:t> If neither of the above is true, print the square of the number.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Future Proofing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Add 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100">
                <a:solidFill>
                  <a:schemeClr val="dk1"/>
                </a:solidFill>
              </a:rPr>
              <a:t> block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r>
              <a:rPr lang="en" sz="1100">
                <a:solidFill>
                  <a:schemeClr val="dk1"/>
                </a:solidFill>
              </a:rPr>
              <a:t> just in case you want to add "end of list" logic later.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 a massive dataset, why might 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break</a:t>
            </a:r>
            <a:r>
              <a:rPr lang="en" sz="1100">
                <a:solidFill>
                  <a:schemeClr val="dk1"/>
                </a:solidFill>
              </a:rPr>
              <a:t> be better for performance than letting a loop finish naturally?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