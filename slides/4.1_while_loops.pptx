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6765F0-5CB8-4C8C-AA0A-FEC4FFE443FA}">
  <a:tblStyle styleId="{736765F0-5CB8-4C8C-AA0A-FEC4FFE443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f51d67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f51d67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f51d67e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f51d67e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f51d67e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ff51d67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ff51d67e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ff51d67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While Loops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while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While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loops iterate over a set sequence,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 sz="1100">
                <a:solidFill>
                  <a:schemeClr val="dk1"/>
                </a:solidFill>
              </a:rPr>
              <a:t> loops run as long as a specific condition remains </a:t>
            </a:r>
            <a:r>
              <a:rPr b="1" lang="en" sz="1100">
                <a:solidFill>
                  <a:schemeClr val="dk1"/>
                </a:solidFill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 They are perfect for situations where you don't know exactly how many repetitions you'll need.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The loop checks a condition; if it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, the code block runs. After the block finishes, Python goes back to the top and checks the condition again.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Anatomy: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Initialization:</a:t>
            </a:r>
            <a:r>
              <a:rPr lang="en" sz="1100">
                <a:solidFill>
                  <a:schemeClr val="dk1"/>
                </a:solidFill>
              </a:rPr>
              <a:t> A variable is usually set before the loop starts.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Condition:</a:t>
            </a:r>
            <a:r>
              <a:rPr lang="en" sz="1100">
                <a:solidFill>
                  <a:schemeClr val="dk1"/>
                </a:solidFill>
              </a:rPr>
              <a:t> A comparison that evaluates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Update:</a:t>
            </a:r>
            <a:r>
              <a:rPr lang="en" sz="1100">
                <a:solidFill>
                  <a:schemeClr val="dk1"/>
                </a:solidFill>
              </a:rPr>
              <a:t> A line of code inside the loop that changes the variable so the loop can eventually end.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1" name="Google Shape;61;p14" title="Screenshot 2026-04-17 1740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3345625"/>
            <a:ext cx="49244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the Infinite Loop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758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Danger:</a:t>
            </a:r>
            <a:r>
              <a:rPr lang="en" sz="1100">
                <a:solidFill>
                  <a:schemeClr val="dk1"/>
                </a:solidFill>
              </a:rPr>
              <a:t> If the condition never becomes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, the loop will run forever, potentially freezing your program.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Causes: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Forgetting to update the counter/variable.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Using a condition that is always logically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Kill Switch:</a:t>
            </a:r>
            <a:r>
              <a:rPr lang="en" sz="1100">
                <a:solidFill>
                  <a:schemeClr val="dk1"/>
                </a:solidFill>
              </a:rPr>
              <a:t> In most code editors, you can stop an infinite loop by pressing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Ctrl + C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17 1741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649" y="1152475"/>
            <a:ext cx="4624397" cy="124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17 1741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650" y="2571748"/>
            <a:ext cx="4624400" cy="1538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vs. For Loops</a:t>
            </a:r>
            <a:endParaRPr/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{736765F0-5CB8-4C8C-AA0A-FEC4FFE443FA}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For </a:t>
                      </a:r>
                      <a:r>
                        <a:rPr lang="en"/>
                        <a:t>loop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While </a:t>
                      </a:r>
                      <a:r>
                        <a:rPr lang="en"/>
                        <a:t>loop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Best used when…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know the number of iterations.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depend on a dynamic condition.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Sequence needed?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 (list, range, string).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(just a Boolean condition).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Risk of infinite?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Low.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Simulate a simple "Password Retry" system that gives a user 3 attempts to enter the correct code.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Set Constants:</a:t>
            </a:r>
            <a:r>
              <a:rPr lang="en" sz="1100">
                <a:solidFill>
                  <a:schemeClr val="dk1"/>
                </a:solidFill>
              </a:rPr>
              <a:t> Define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correct_password = "python123"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max_attempts = 3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Initialize State:</a:t>
            </a:r>
            <a:r>
              <a:rPr lang="en" sz="1100">
                <a:solidFill>
                  <a:schemeClr val="dk1"/>
                </a:solidFill>
              </a:rPr>
              <a:t> 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attempts = 0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user_input = ""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Condition:</a:t>
            </a:r>
            <a:r>
              <a:rPr lang="en" sz="1100">
                <a:solidFill>
                  <a:schemeClr val="dk1"/>
                </a:solidFill>
              </a:rPr>
              <a:t> Start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 sz="1100">
                <a:solidFill>
                  <a:schemeClr val="dk1"/>
                </a:solidFill>
              </a:rPr>
              <a:t> loop that runs only while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user_input != correct_password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attempts &lt; max_attempts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Update State:</a:t>
            </a:r>
            <a:r>
              <a:rPr lang="en" sz="1100">
                <a:solidFill>
                  <a:schemeClr val="dk1"/>
                </a:solidFill>
              </a:rPr>
              <a:t> Inside the loop, ask for input and increment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attempts</a:t>
            </a:r>
            <a:r>
              <a:rPr lang="en" sz="1100">
                <a:solidFill>
                  <a:schemeClr val="dk1"/>
                </a:solidFill>
              </a:rPr>
              <a:t> by 1.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Final Logic:</a:t>
            </a:r>
            <a:r>
              <a:rPr lang="en" sz="1100">
                <a:solidFill>
                  <a:schemeClr val="dk1"/>
                </a:solidFill>
              </a:rPr>
              <a:t> Outside the loop, use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statement to check if they succeeded or ran out of turns.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Since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n" sz="1100">
                <a:solidFill>
                  <a:schemeClr val="dk1"/>
                </a:solidFill>
              </a:rPr>
              <a:t> loops rely so heavily on conditions, can you think of a scenario where you would intentionally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 True</a:t>
            </a:r>
            <a:r>
              <a:rPr lang="en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