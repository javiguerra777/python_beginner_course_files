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2adfd1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2adfd1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2adfd17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2adfd17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2adfd17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02adfd17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functions def keyword and DRY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Introduction to the </a:t>
            </a:r>
            <a:r>
              <a:rPr lang="en" sz="2500">
                <a:solidFill>
                  <a:srgbClr val="188038"/>
                </a:solidFill>
              </a:rPr>
              <a:t>def</a:t>
            </a:r>
            <a:r>
              <a:rPr lang="en" sz="2500"/>
              <a:t> Keyword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3909900" cy="3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 keyword is the foundation of modular programming in Python. It is used to </a:t>
            </a:r>
            <a:r>
              <a:rPr b="1" lang="en" sz="1100">
                <a:solidFill>
                  <a:schemeClr val="dk1"/>
                </a:solidFill>
              </a:rPr>
              <a:t>define</a:t>
            </a:r>
            <a:r>
              <a:rPr lang="en" sz="1100">
                <a:solidFill>
                  <a:schemeClr val="dk1"/>
                </a:solidFill>
              </a:rPr>
              <a:t> a function, allowing you to bundle a specific set of instructions into a single, reusable unit.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Syntax Anatomy: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: The keyword that signals the start of a function definition.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Function Name:</a:t>
            </a:r>
            <a:r>
              <a:rPr lang="en" sz="1100">
                <a:solidFill>
                  <a:schemeClr val="dk1"/>
                </a:solidFill>
              </a:rPr>
              <a:t> A unique identifier (usually snake_case).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Parameters:</a:t>
            </a:r>
            <a:r>
              <a:rPr lang="en" sz="1100">
                <a:solidFill>
                  <a:schemeClr val="dk1"/>
                </a:solidFill>
              </a:rPr>
              <a:t> Inputs defined inside parentheses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The Colon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100">
                <a:solidFill>
                  <a:schemeClr val="dk1"/>
                </a:solidFill>
              </a:rPr>
              <a:t>: Signals the start of the indented code block.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"Why":</a:t>
            </a:r>
            <a:r>
              <a:rPr lang="en" sz="1100">
                <a:solidFill>
                  <a:schemeClr val="dk1"/>
                </a:solidFill>
              </a:rPr>
              <a:t> Functions allow you to write code once and execute it anywhere by simply calling the name.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151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425" y="1528763"/>
            <a:ext cx="45148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DRY Principle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DRY</a:t>
            </a:r>
            <a:r>
              <a:rPr lang="en" sz="1100">
                <a:solidFill>
                  <a:schemeClr val="dk1"/>
                </a:solidFill>
              </a:rPr>
              <a:t> stands for </a:t>
            </a:r>
            <a:r>
              <a:rPr b="1" lang="en" sz="1100">
                <a:solidFill>
                  <a:schemeClr val="dk1"/>
                </a:solidFill>
              </a:rPr>
              <a:t>Don't Repeat Yourself</a:t>
            </a:r>
            <a:r>
              <a:rPr lang="en" sz="1100">
                <a:solidFill>
                  <a:schemeClr val="dk1"/>
                </a:solidFill>
              </a:rPr>
              <a:t>. It is a core philosophy in software engineering aimed at reducing the repetition of information.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Copy-pasting the same logic in multiple places makes code hard to maintain. If you find a bug, you have to fix it in every single spot.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Abstraction. By moving repetitive logic into a function (using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), you create a single "source of truth."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Benefits: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Maintainability:</a:t>
            </a:r>
            <a:r>
              <a:rPr lang="en" sz="1100">
                <a:solidFill>
                  <a:schemeClr val="dk1"/>
                </a:solidFill>
              </a:rPr>
              <a:t> Change the logic in one place, and it updates everywhere.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Readability:</a:t>
            </a:r>
            <a:r>
              <a:rPr lang="en" sz="1100">
                <a:solidFill>
                  <a:schemeClr val="dk1"/>
                </a:solidFill>
              </a:rPr>
              <a:t> Code becomes cleaner and easier for others to follow.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Efficiency:</a:t>
            </a:r>
            <a:r>
              <a:rPr lang="en" sz="1100">
                <a:solidFill>
                  <a:schemeClr val="dk1"/>
                </a:solidFill>
              </a:rPr>
              <a:t> Saves time and reduces the likelihood of "copy-paste" errors.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1143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400" y="1152475"/>
            <a:ext cx="19526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20 1144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400" y="2615025"/>
            <a:ext cx="3868775" cy="18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– The "DRY" Transformation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To truly understand how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 enables DRY, let’s look at a practical example of converting repetitive code into a streamlined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The Scenario: Calculating Sales Tax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Imagine you need to calculate the total price (price + 7% tax) for several different items.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Summary of Steps to Accomplish DRY: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Spot the Pattern:</a:t>
            </a:r>
            <a:r>
              <a:rPr lang="en" sz="1100">
                <a:solidFill>
                  <a:schemeClr val="dk1"/>
                </a:solidFill>
              </a:rPr>
              <a:t> Look for lines of code that perform the same calculation or task.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Extract the Logic:</a:t>
            </a:r>
            <a:r>
              <a:rPr lang="en" sz="1100">
                <a:solidFill>
                  <a:schemeClr val="dk1"/>
                </a:solidFill>
              </a:rPr>
              <a:t> Move that code into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 block.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Parameterize:</a:t>
            </a:r>
            <a:r>
              <a:rPr lang="en" sz="1100">
                <a:solidFill>
                  <a:schemeClr val="dk1"/>
                </a:solidFill>
              </a:rPr>
              <a:t> Identify what changes (the inputs) and make them function parameters.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Replace:</a:t>
            </a:r>
            <a:r>
              <a:rPr lang="en" sz="1100">
                <a:solidFill>
                  <a:schemeClr val="dk1"/>
                </a:solidFill>
              </a:rPr>
              <a:t> Swap out the repetitive manual code with your new function calls.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4942950" y="1152475"/>
            <a:ext cx="3397800" cy="2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Starting Code: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item1_total = 100 + (100 * 0.07)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item2_total = 250 + (250 * 0.07)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item3_total = 15 + (15 * 0.07)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